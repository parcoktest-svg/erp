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End-to-End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proses dari Master Data → Transaksi → Stok → Produksi → Laporan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064240" cy="3383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presentasi: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10241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Memahami modul-modul ERP secara sederhana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Memahami alur kerja end-to-end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Memahami dampak Master Data ke modul lain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Presentation - Generated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ERP?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= satu sistem untuk mengelola proses bisnis dalam satu tempat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Mengurangi kerja manual dan data ganda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Membuat proses lebih rapi dan mudah dilacak (audit trail)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 ERP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Utama di Aplikasi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Data: data dasar (Produk, Satuan, Mata Uang, Gudang/Lokasi)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Inventory: stok barang dan pergerakan stok masuk/keluar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Purchase: proses pembelian (Purchase Order)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Sales: proses penjualan (Sales Order)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Manufacturing: produksi (BOM &amp; Work Order)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Finance/Reports: laporan bisnis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HR: data departemen dan karyawan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Modul-modul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Master Data Penting?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Semua transaksi mengambil data dari Master 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produk belum dibuat, maka tidak bisa melakukan transaksi pembelian/penjualan/produksi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data produk akan terlihat di modul lain (tanpa merusak histori transaksi)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= pondasi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End-to-End (Ringkas)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Setup Master Data (Produk, Lokasi Stok)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Purchase (pembelian barang/bahan)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Inventory (stok masuk/keluar, koreksi)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4) Manufacturing (BOM → Work Order → Complete)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5) Sales (penjualan barang jadi)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6) Reports (ringkasan &amp; laporan)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flow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Sederhana (Produksi Meja)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Bahan baku (komponen): Kayu, Paku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Barang jadi: Meja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BOM = resep: 1 meja butuh kayu dan paku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Order = perintah produksi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Saat Complete: stok bahan turun, stok meja naik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bisnis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Buat Produk (Master Data)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Buat produk komponen (Kayu, Paku) dan produk jadi (Meja)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Produk akan muncul di pilihan modul BOM, Work Order, Purchase, Sales, Inventory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produk di-update (nama/kode), tampilan di modul lain ikut update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→ Produk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Siapkan Lokasi Stok (Inventory)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Buat lokasi stok (Locator), contoh: RM-STOCK (bahan) dan FG-STOCK (barang jadi)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menghitung stok berdasarkan lokasi ini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Lokasi dipakai di proses produksi untuk ambil bahan dan simpan barang jadi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→ Locator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Buat BOM (Resep Produksi)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Pilih Finished Product (Meja)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Isi komponen dan qty: Kayu 5, Paku 20 (contoh)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BOM menjelaskan kebutuhan bahan untuk produksi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→ BOM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Buat Work Order (Perintah Produksi)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Pilih BOM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Tentukan qty produksi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Pilih From Locator (ambil bahan) dan To Locator (simpan barang jadi)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awal: Draft (belum dieksekusi)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→ Work Order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Complete Work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 cek stok bahan cukup atau tidak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cukup: bahan berkurang otomatis, barang jadi bertambah otomatis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Perubahan stok tercatat sebagai pergerakan stok (movement)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Jika ada kesalahan: Work Order bisa di-void (dibatalkan)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berjalan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Penutup: Manfaat ERP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 data untuk semua departemen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Stok lebih akurat dan real-time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Proses mudah dilacak (draft → complete → void)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Mudah dibuat laporan untuk manajemen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2026-01-13T09:17:13Z</dcterms:created>
  <dcterms:modified xsi:type="dcterms:W3CDTF">2026-01-13T09:17:13Z</dcterms:modified>
</cp:coreProperties>
</file>